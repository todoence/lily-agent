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Poppins"/>
      <p:regular r:id="rId10"/>
      <p:bold r:id="rId11"/>
      <p:italic r:id="rId12"/>
      <p:boldItalic r:id="rId13"/>
    </p:embeddedFont>
    <p:embeddedFont>
      <p:font typeface="Poppins SemiBold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Poppins-bold.fntdata"/><Relationship Id="rId10" Type="http://schemas.openxmlformats.org/officeDocument/2006/relationships/font" Target="fonts/Poppins-regular.fntdata"/><Relationship Id="rId13" Type="http://schemas.openxmlformats.org/officeDocument/2006/relationships/font" Target="fonts/Poppins-boldItalic.fntdata"/><Relationship Id="rId12" Type="http://schemas.openxmlformats.org/officeDocument/2006/relationships/font" Target="fonts/Poppins-italic.fntdata"/><Relationship Id="rId15" Type="http://schemas.openxmlformats.org/officeDocument/2006/relationships/font" Target="fonts/PoppinsSemiBold-bold.fntdata"/><Relationship Id="rId14" Type="http://schemas.openxmlformats.org/officeDocument/2006/relationships/font" Target="fonts/PoppinsSemiBold-regular.fntdata"/><Relationship Id="rId17" Type="http://schemas.openxmlformats.org/officeDocument/2006/relationships/font" Target="fonts/PoppinsSemiBold-boldItalic.fntdata"/><Relationship Id="rId16" Type="http://schemas.openxmlformats.org/officeDocument/2006/relationships/font" Target="fonts/Poppins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4659da5df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4659da5df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4659da5dfa_0_5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4659da5dfa_0_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4659da5dfa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4659da5dfa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4659da5dfa_0_5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4659da5dfa_0_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" name="Google Shape;3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" name="Google Shape;3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5" name="Google Shape;45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3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" name="Google Shape;53;p1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" name="Google Shape;54;p1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" name="Google Shape;55;p1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" name="Google Shape;56;p1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1" name="Google Shape;61;p1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69" name="Google Shape;69;p1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6" name="Google Shape;76;p16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7" name="Google Shape;77;p16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8" name="Google Shape;78;p16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6" name="Google Shape;86;p1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7" name="Google Shape;87;p1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" name="Google Shape;88;p1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" name="Google Shape;89;p1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7" name="Google Shape;97;p1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1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2" name="Google Shape;102;p1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5" name="Google Shape;105;p2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2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8" name="Google Shape;108;p2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3" name="Google Shape;113;p2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4" name="Google Shape;114;p2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17" name="Google Shape;11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0" name="Google Shape;120;p2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2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2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Page" type="title">
  <p:cSld name="TITLE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1" name="Google Shape;131;p23"/>
          <p:cNvCxnSpPr/>
          <p:nvPr/>
        </p:nvCxnSpPr>
        <p:spPr>
          <a:xfrm>
            <a:off x="176400" y="178650"/>
            <a:ext cx="8791200" cy="6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2" name="Google Shape;132;p23"/>
          <p:cNvSpPr txBox="1"/>
          <p:nvPr>
            <p:ph idx="1" type="body"/>
          </p:nvPr>
        </p:nvSpPr>
        <p:spPr>
          <a:xfrm>
            <a:off x="130025" y="202373"/>
            <a:ext cx="14952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33" name="Google Shape;133;p23"/>
          <p:cNvSpPr txBox="1"/>
          <p:nvPr>
            <p:ph idx="2" type="body"/>
          </p:nvPr>
        </p:nvSpPr>
        <p:spPr>
          <a:xfrm>
            <a:off x="3326850" y="202363"/>
            <a:ext cx="24903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34" name="Google Shape;134;p23"/>
          <p:cNvSpPr txBox="1"/>
          <p:nvPr>
            <p:ph idx="3" type="body"/>
          </p:nvPr>
        </p:nvSpPr>
        <p:spPr>
          <a:xfrm>
            <a:off x="6565575" y="202363"/>
            <a:ext cx="24375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35" name="Google Shape;135;p23"/>
          <p:cNvSpPr txBox="1"/>
          <p:nvPr>
            <p:ph type="title"/>
          </p:nvPr>
        </p:nvSpPr>
        <p:spPr>
          <a:xfrm>
            <a:off x="625800" y="1427850"/>
            <a:ext cx="7892400" cy="22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s" type="secHead">
  <p:cSld name="SECTION_HEADER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title"/>
          </p:nvPr>
        </p:nvSpPr>
        <p:spPr>
          <a:xfrm>
            <a:off x="229050" y="764175"/>
            <a:ext cx="8685900" cy="8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Font typeface="Poppi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38" name="Google Shape;138;p24"/>
          <p:cNvCxnSpPr/>
          <p:nvPr/>
        </p:nvCxnSpPr>
        <p:spPr>
          <a:xfrm>
            <a:off x="176400" y="178650"/>
            <a:ext cx="8791200" cy="6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130025" y="202373"/>
            <a:ext cx="14952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40" name="Google Shape;140;p24"/>
          <p:cNvSpPr txBox="1"/>
          <p:nvPr>
            <p:ph idx="2" type="body"/>
          </p:nvPr>
        </p:nvSpPr>
        <p:spPr>
          <a:xfrm>
            <a:off x="3326850" y="202363"/>
            <a:ext cx="24903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41" name="Google Shape;141;p24"/>
          <p:cNvSpPr txBox="1"/>
          <p:nvPr>
            <p:ph idx="3" type="body"/>
          </p:nvPr>
        </p:nvSpPr>
        <p:spPr>
          <a:xfrm>
            <a:off x="6565575" y="202363"/>
            <a:ext cx="24375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ard 1">
  <p:cSld name="TITLE_1">
    <p:bg>
      <p:bgPr>
        <a:solidFill>
          <a:schemeClr val="lt2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" name="Google Shape;143;p25"/>
          <p:cNvCxnSpPr/>
          <p:nvPr/>
        </p:nvCxnSpPr>
        <p:spPr>
          <a:xfrm>
            <a:off x="176400" y="178650"/>
            <a:ext cx="8791200" cy="6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" name="Google Shape;144;p25"/>
          <p:cNvSpPr txBox="1"/>
          <p:nvPr>
            <p:ph idx="1" type="body"/>
          </p:nvPr>
        </p:nvSpPr>
        <p:spPr>
          <a:xfrm>
            <a:off x="130025" y="202373"/>
            <a:ext cx="14952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45" name="Google Shape;145;p25"/>
          <p:cNvSpPr txBox="1"/>
          <p:nvPr>
            <p:ph idx="2" type="body"/>
          </p:nvPr>
        </p:nvSpPr>
        <p:spPr>
          <a:xfrm>
            <a:off x="3326850" y="202363"/>
            <a:ext cx="24903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46" name="Google Shape;146;p25"/>
          <p:cNvSpPr txBox="1"/>
          <p:nvPr>
            <p:ph idx="3" type="body"/>
          </p:nvPr>
        </p:nvSpPr>
        <p:spPr>
          <a:xfrm>
            <a:off x="6565575" y="202363"/>
            <a:ext cx="24375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47" name="Google Shape;147;p25"/>
          <p:cNvSpPr txBox="1"/>
          <p:nvPr>
            <p:ph type="title"/>
          </p:nvPr>
        </p:nvSpPr>
        <p:spPr>
          <a:xfrm>
            <a:off x="625800" y="1427850"/>
            <a:ext cx="7892400" cy="22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ow to play_1" type="tx">
  <p:cSld name="TITLE_AND_BODY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>
            <p:ph type="title"/>
          </p:nvPr>
        </p:nvSpPr>
        <p:spPr>
          <a:xfrm>
            <a:off x="201750" y="1332250"/>
            <a:ext cx="87579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50" name="Google Shape;150;p26"/>
          <p:cNvCxnSpPr/>
          <p:nvPr/>
        </p:nvCxnSpPr>
        <p:spPr>
          <a:xfrm>
            <a:off x="176400" y="178650"/>
            <a:ext cx="8791200" cy="6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1" name="Google Shape;151;p26"/>
          <p:cNvSpPr txBox="1"/>
          <p:nvPr>
            <p:ph idx="1" type="body"/>
          </p:nvPr>
        </p:nvSpPr>
        <p:spPr>
          <a:xfrm>
            <a:off x="130025" y="202373"/>
            <a:ext cx="14952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52" name="Google Shape;152;p26"/>
          <p:cNvSpPr txBox="1"/>
          <p:nvPr>
            <p:ph idx="2" type="body"/>
          </p:nvPr>
        </p:nvSpPr>
        <p:spPr>
          <a:xfrm>
            <a:off x="3326850" y="202363"/>
            <a:ext cx="24903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53" name="Google Shape;153;p26"/>
          <p:cNvSpPr txBox="1"/>
          <p:nvPr>
            <p:ph idx="3" type="body"/>
          </p:nvPr>
        </p:nvSpPr>
        <p:spPr>
          <a:xfrm>
            <a:off x="6565575" y="202363"/>
            <a:ext cx="24375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ard 2" type="twoColTx">
  <p:cSld name="TITLE_AND_TWO_COLUMNS">
    <p:bg>
      <p:bgPr>
        <a:solidFill>
          <a:schemeClr val="dk2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5" name="Google Shape;155;p27"/>
          <p:cNvCxnSpPr/>
          <p:nvPr/>
        </p:nvCxnSpPr>
        <p:spPr>
          <a:xfrm>
            <a:off x="176400" y="178650"/>
            <a:ext cx="8791200" cy="6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130025" y="202373"/>
            <a:ext cx="14952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57" name="Google Shape;157;p27"/>
          <p:cNvSpPr txBox="1"/>
          <p:nvPr>
            <p:ph idx="2" type="body"/>
          </p:nvPr>
        </p:nvSpPr>
        <p:spPr>
          <a:xfrm>
            <a:off x="3326850" y="202363"/>
            <a:ext cx="24903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58" name="Google Shape;158;p27"/>
          <p:cNvSpPr txBox="1"/>
          <p:nvPr>
            <p:ph idx="3" type="body"/>
          </p:nvPr>
        </p:nvSpPr>
        <p:spPr>
          <a:xfrm>
            <a:off x="6565575" y="202363"/>
            <a:ext cx="24375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59" name="Google Shape;159;p27"/>
          <p:cNvSpPr txBox="1"/>
          <p:nvPr>
            <p:ph type="title"/>
          </p:nvPr>
        </p:nvSpPr>
        <p:spPr>
          <a:xfrm>
            <a:off x="625800" y="1427850"/>
            <a:ext cx="7892400" cy="22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ard 3">
  <p:cSld name="TITLE_AND_TWO_COLUMNS_1">
    <p:bg>
      <p:bgPr>
        <a:solidFill>
          <a:schemeClr val="accent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1" name="Google Shape;161;p28"/>
          <p:cNvCxnSpPr/>
          <p:nvPr/>
        </p:nvCxnSpPr>
        <p:spPr>
          <a:xfrm>
            <a:off x="176400" y="178650"/>
            <a:ext cx="8791200" cy="6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" name="Google Shape;162;p28"/>
          <p:cNvSpPr txBox="1"/>
          <p:nvPr>
            <p:ph idx="1" type="body"/>
          </p:nvPr>
        </p:nvSpPr>
        <p:spPr>
          <a:xfrm>
            <a:off x="130025" y="202373"/>
            <a:ext cx="14952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63" name="Google Shape;163;p28"/>
          <p:cNvSpPr txBox="1"/>
          <p:nvPr>
            <p:ph idx="2" type="body"/>
          </p:nvPr>
        </p:nvSpPr>
        <p:spPr>
          <a:xfrm>
            <a:off x="3326850" y="202363"/>
            <a:ext cx="24903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64" name="Google Shape;164;p28"/>
          <p:cNvSpPr txBox="1"/>
          <p:nvPr>
            <p:ph idx="3" type="body"/>
          </p:nvPr>
        </p:nvSpPr>
        <p:spPr>
          <a:xfrm>
            <a:off x="6565575" y="202363"/>
            <a:ext cx="24375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65" name="Google Shape;165;p28"/>
          <p:cNvSpPr txBox="1"/>
          <p:nvPr>
            <p:ph type="title"/>
          </p:nvPr>
        </p:nvSpPr>
        <p:spPr>
          <a:xfrm>
            <a:off x="625800" y="1427850"/>
            <a:ext cx="7892400" cy="22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und" type="titleOnly">
  <p:cSld name="TITLE_ONLY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/>
          <p:nvPr>
            <p:ph idx="1" type="subTitle"/>
          </p:nvPr>
        </p:nvSpPr>
        <p:spPr>
          <a:xfrm>
            <a:off x="201750" y="629575"/>
            <a:ext cx="5054100" cy="16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68" name="Google Shape;168;p29"/>
          <p:cNvCxnSpPr/>
          <p:nvPr/>
        </p:nvCxnSpPr>
        <p:spPr>
          <a:xfrm>
            <a:off x="176400" y="178650"/>
            <a:ext cx="8791200" cy="6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" name="Google Shape;169;p29"/>
          <p:cNvSpPr txBox="1"/>
          <p:nvPr>
            <p:ph idx="2" type="body"/>
          </p:nvPr>
        </p:nvSpPr>
        <p:spPr>
          <a:xfrm>
            <a:off x="130025" y="202373"/>
            <a:ext cx="14952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70" name="Google Shape;170;p29"/>
          <p:cNvSpPr txBox="1"/>
          <p:nvPr>
            <p:ph idx="3" type="body"/>
          </p:nvPr>
        </p:nvSpPr>
        <p:spPr>
          <a:xfrm>
            <a:off x="5905050" y="202363"/>
            <a:ext cx="24903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984">
          <p15:clr>
            <a:srgbClr val="E46962"/>
          </p15:clr>
        </p15:guide>
        <p15:guide id="2" orient="horz" pos="691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Winner Is…">
  <p:cSld name="ONE_COLUMN_TEXT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 txBox="1"/>
          <p:nvPr>
            <p:ph type="title"/>
          </p:nvPr>
        </p:nvSpPr>
        <p:spPr>
          <a:xfrm>
            <a:off x="1306050" y="1390350"/>
            <a:ext cx="6531900" cy="146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73" name="Google Shape;173;p30"/>
          <p:cNvCxnSpPr/>
          <p:nvPr/>
        </p:nvCxnSpPr>
        <p:spPr>
          <a:xfrm>
            <a:off x="176400" y="178650"/>
            <a:ext cx="8791200" cy="6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" name="Google Shape;174;p30"/>
          <p:cNvSpPr txBox="1"/>
          <p:nvPr>
            <p:ph idx="1" type="body"/>
          </p:nvPr>
        </p:nvSpPr>
        <p:spPr>
          <a:xfrm>
            <a:off x="130025" y="202373"/>
            <a:ext cx="14952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75" name="Google Shape;175;p30"/>
          <p:cNvSpPr txBox="1"/>
          <p:nvPr>
            <p:ph idx="2" type="body"/>
          </p:nvPr>
        </p:nvSpPr>
        <p:spPr>
          <a:xfrm>
            <a:off x="3326850" y="202363"/>
            <a:ext cx="24903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76" name="Google Shape;176;p30"/>
          <p:cNvSpPr txBox="1"/>
          <p:nvPr>
            <p:ph idx="3" type="body"/>
          </p:nvPr>
        </p:nvSpPr>
        <p:spPr>
          <a:xfrm>
            <a:off x="6565575" y="202363"/>
            <a:ext cx="24375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728">
          <p15:clr>
            <a:srgbClr val="E46962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A" type="blank">
  <p:cSld name="BLANK">
    <p:bg>
      <p:bgPr>
        <a:solidFill>
          <a:schemeClr val="accen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/>
          <p:nvPr>
            <p:ph type="title"/>
          </p:nvPr>
        </p:nvSpPr>
        <p:spPr>
          <a:xfrm>
            <a:off x="103700" y="4273900"/>
            <a:ext cx="8819400" cy="6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79" name="Google Shape;179;p31"/>
          <p:cNvCxnSpPr/>
          <p:nvPr/>
        </p:nvCxnSpPr>
        <p:spPr>
          <a:xfrm>
            <a:off x="176400" y="178650"/>
            <a:ext cx="8791200" cy="6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0" name="Google Shape;180;p31"/>
          <p:cNvSpPr txBox="1"/>
          <p:nvPr>
            <p:ph idx="1" type="body"/>
          </p:nvPr>
        </p:nvSpPr>
        <p:spPr>
          <a:xfrm>
            <a:off x="130025" y="202373"/>
            <a:ext cx="14952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81" name="Google Shape;181;p31"/>
          <p:cNvSpPr txBox="1"/>
          <p:nvPr>
            <p:ph idx="2" type="body"/>
          </p:nvPr>
        </p:nvSpPr>
        <p:spPr>
          <a:xfrm>
            <a:off x="3326850" y="202363"/>
            <a:ext cx="24903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82" name="Google Shape;182;p31"/>
          <p:cNvSpPr txBox="1"/>
          <p:nvPr>
            <p:ph idx="3" type="body"/>
          </p:nvPr>
        </p:nvSpPr>
        <p:spPr>
          <a:xfrm>
            <a:off x="6565575" y="202363"/>
            <a:ext cx="24375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096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B">
  <p:cSld name="BLANK_1">
    <p:bg>
      <p:bgPr>
        <a:solidFill>
          <a:schemeClr val="dk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/>
          <p:cNvSpPr txBox="1"/>
          <p:nvPr>
            <p:ph type="title"/>
          </p:nvPr>
        </p:nvSpPr>
        <p:spPr>
          <a:xfrm>
            <a:off x="103700" y="4273900"/>
            <a:ext cx="8819400" cy="6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85" name="Google Shape;185;p32"/>
          <p:cNvCxnSpPr/>
          <p:nvPr/>
        </p:nvCxnSpPr>
        <p:spPr>
          <a:xfrm>
            <a:off x="176400" y="178650"/>
            <a:ext cx="8791200" cy="6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6" name="Google Shape;186;p32"/>
          <p:cNvSpPr txBox="1"/>
          <p:nvPr>
            <p:ph idx="1" type="body"/>
          </p:nvPr>
        </p:nvSpPr>
        <p:spPr>
          <a:xfrm>
            <a:off x="130025" y="202373"/>
            <a:ext cx="14952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87" name="Google Shape;187;p32"/>
          <p:cNvSpPr txBox="1"/>
          <p:nvPr>
            <p:ph idx="2" type="body"/>
          </p:nvPr>
        </p:nvSpPr>
        <p:spPr>
          <a:xfrm>
            <a:off x="3326850" y="202363"/>
            <a:ext cx="24903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88" name="Google Shape;188;p32"/>
          <p:cNvSpPr txBox="1"/>
          <p:nvPr>
            <p:ph idx="3" type="body"/>
          </p:nvPr>
        </p:nvSpPr>
        <p:spPr>
          <a:xfrm>
            <a:off x="6565575" y="202363"/>
            <a:ext cx="24375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096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">
  <p:cSld name="BLANK_2">
    <p:bg>
      <p:bgPr>
        <a:solidFill>
          <a:schemeClr val="lt2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 txBox="1"/>
          <p:nvPr>
            <p:ph type="title"/>
          </p:nvPr>
        </p:nvSpPr>
        <p:spPr>
          <a:xfrm>
            <a:off x="103700" y="4273900"/>
            <a:ext cx="8819400" cy="69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91" name="Google Shape;191;p33"/>
          <p:cNvCxnSpPr/>
          <p:nvPr/>
        </p:nvCxnSpPr>
        <p:spPr>
          <a:xfrm>
            <a:off x="176400" y="178650"/>
            <a:ext cx="8791200" cy="69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" name="Google Shape;192;p33"/>
          <p:cNvSpPr txBox="1"/>
          <p:nvPr>
            <p:ph idx="1" type="body"/>
          </p:nvPr>
        </p:nvSpPr>
        <p:spPr>
          <a:xfrm>
            <a:off x="130025" y="202363"/>
            <a:ext cx="1495200" cy="9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93" name="Google Shape;193;p33"/>
          <p:cNvSpPr txBox="1"/>
          <p:nvPr>
            <p:ph idx="2" type="body"/>
          </p:nvPr>
        </p:nvSpPr>
        <p:spPr>
          <a:xfrm>
            <a:off x="3326850" y="202363"/>
            <a:ext cx="24903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94" name="Google Shape;194;p33"/>
          <p:cNvSpPr txBox="1"/>
          <p:nvPr>
            <p:ph idx="3" type="body"/>
          </p:nvPr>
        </p:nvSpPr>
        <p:spPr>
          <a:xfrm>
            <a:off x="6565575" y="202363"/>
            <a:ext cx="24375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292100" lvl="1" marL="914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indent="-292100" lvl="2" marL="1371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indent="-292100" lvl="3" marL="1828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indent="-292100" lvl="4" marL="22860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indent="-292100" lvl="5" marL="27432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indent="-292100" lvl="6" marL="32004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●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indent="-292100" lvl="7" marL="36576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○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indent="-292100" lvl="8" marL="4114800" algn="r">
              <a:spcBef>
                <a:spcPts val="0"/>
              </a:spcBef>
              <a:spcAft>
                <a:spcPts val="0"/>
              </a:spcAft>
              <a:buSzPts val="1000"/>
              <a:buFont typeface="Poppins SemiBold"/>
              <a:buChar char="■"/>
              <a:defRPr b="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096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50900" y="393500"/>
            <a:ext cx="6329700" cy="15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b="1" sz="4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52075" y="3434600"/>
            <a:ext cx="6728700" cy="13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●"/>
              <a:defRPr b="1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○"/>
              <a:defRPr b="1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■"/>
              <a:defRPr b="1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●"/>
              <a:defRPr b="1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○"/>
              <a:defRPr b="1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■"/>
              <a:defRPr b="1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●"/>
              <a:defRPr b="1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○"/>
              <a:defRPr b="1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oppins"/>
              <a:buChar char="■"/>
              <a:defRPr b="1" sz="1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15">
          <p15:clr>
            <a:srgbClr val="E46962"/>
          </p15:clr>
        </p15:guide>
        <p15:guide id="2" pos="115">
          <p15:clr>
            <a:srgbClr val="E46962"/>
          </p15:clr>
        </p15:guide>
        <p15:guide id="3" pos="5645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youtube.com/watch?v=zpdn_4kstuM" TargetMode="External"/><Relationship Id="rId4" Type="http://schemas.openxmlformats.org/officeDocument/2006/relationships/hyperlink" Target="http://www.youtube.com/watch?v=zpdn_4kstuM" TargetMode="External"/><Relationship Id="rId5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4"/>
          <p:cNvSpPr/>
          <p:nvPr/>
        </p:nvSpPr>
        <p:spPr>
          <a:xfrm rot="922624">
            <a:off x="872394" y="3375916"/>
            <a:ext cx="2039822" cy="927807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0" name="Google Shape;200;p34"/>
          <p:cNvSpPr/>
          <p:nvPr/>
        </p:nvSpPr>
        <p:spPr>
          <a:xfrm rot="-176011">
            <a:off x="6066559" y="730484"/>
            <a:ext cx="2039973" cy="927911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4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1" name="Google Shape;201;p34"/>
          <p:cNvSpPr txBox="1"/>
          <p:nvPr>
            <p:ph idx="2" type="body"/>
          </p:nvPr>
        </p:nvSpPr>
        <p:spPr>
          <a:xfrm>
            <a:off x="6829200" y="182098"/>
            <a:ext cx="2490300" cy="3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lang="en"/>
              <a:t>errence Wang 3/30/2025</a:t>
            </a:r>
            <a:endParaRPr/>
          </a:p>
        </p:txBody>
      </p:sp>
      <p:sp>
        <p:nvSpPr>
          <p:cNvPr id="202" name="Google Shape;202;p34"/>
          <p:cNvSpPr txBox="1"/>
          <p:nvPr>
            <p:ph type="title"/>
          </p:nvPr>
        </p:nvSpPr>
        <p:spPr>
          <a:xfrm>
            <a:off x="625800" y="1427850"/>
            <a:ext cx="8336100" cy="169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Lily Agent</a:t>
            </a:r>
            <a:endParaRPr/>
          </a:p>
        </p:txBody>
      </p:sp>
      <p:sp>
        <p:nvSpPr>
          <p:cNvPr id="203" name="Google Shape;203;p34"/>
          <p:cNvSpPr txBox="1"/>
          <p:nvPr/>
        </p:nvSpPr>
        <p:spPr>
          <a:xfrm>
            <a:off x="2218750" y="3273350"/>
            <a:ext cx="646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One-Click Lead Generation &amp; Outreach</a:t>
            </a:r>
            <a:endParaRPr b="1"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5"/>
          <p:cNvSpPr txBox="1"/>
          <p:nvPr>
            <p:ph type="title"/>
          </p:nvPr>
        </p:nvSpPr>
        <p:spPr>
          <a:xfrm>
            <a:off x="254825" y="272575"/>
            <a:ext cx="1936500" cy="21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AI Agent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 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workflow</a:t>
            </a:r>
            <a:endParaRPr sz="2400"/>
          </a:p>
        </p:txBody>
      </p:sp>
      <p:pic>
        <p:nvPicPr>
          <p:cNvPr id="209" name="Google Shape;20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2760" y="0"/>
            <a:ext cx="681123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6"/>
          <p:cNvSpPr txBox="1"/>
          <p:nvPr>
            <p:ph type="title"/>
          </p:nvPr>
        </p:nvSpPr>
        <p:spPr>
          <a:xfrm>
            <a:off x="-330075" y="1070250"/>
            <a:ext cx="1936500" cy="21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Data</a:t>
            </a:r>
            <a:endParaRPr sz="2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Flow</a:t>
            </a:r>
            <a:endParaRPr sz="2600"/>
          </a:p>
        </p:txBody>
      </p:sp>
      <p:pic>
        <p:nvPicPr>
          <p:cNvPr id="215" name="Google Shape;21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2925" y="371325"/>
            <a:ext cx="7731076" cy="43614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7"/>
          <p:cNvSpPr txBox="1"/>
          <p:nvPr>
            <p:ph idx="2" type="body"/>
          </p:nvPr>
        </p:nvSpPr>
        <p:spPr>
          <a:xfrm>
            <a:off x="2597950" y="182100"/>
            <a:ext cx="4145400" cy="8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b="1" lang="en" sz="1300">
                <a:latin typeface="Poppins"/>
                <a:ea typeface="Poppins"/>
                <a:cs typeface="Poppins"/>
                <a:sym typeface="Poppins"/>
              </a:rPr>
              <a:t>mplementation result</a:t>
            </a:r>
            <a:endParaRPr b="1" sz="13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oppins"/>
                <a:ea typeface="Poppins"/>
                <a:cs typeface="Poppins"/>
                <a:sym typeface="Poppins"/>
              </a:rPr>
              <a:t>One minute demo video:</a:t>
            </a:r>
            <a:endParaRPr b="1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https://www.youtube.com/watch?v=zpdn_4kstuM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1" name="Google Shape;221;p37" title="Lily Agent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7975" y="1129475"/>
            <a:ext cx="6890475" cy="38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ducational Games - Guess the Missing Word">
  <a:themeElements>
    <a:clrScheme name="Simple Light">
      <a:dk1>
        <a:srgbClr val="000000"/>
      </a:dk1>
      <a:lt1>
        <a:srgbClr val="F3EFEC"/>
      </a:lt1>
      <a:dk2>
        <a:srgbClr val="AE7FF7"/>
      </a:dk2>
      <a:lt2>
        <a:srgbClr val="F0E053"/>
      </a:lt2>
      <a:accent1>
        <a:srgbClr val="F6521D"/>
      </a:accent1>
      <a:accent2>
        <a:srgbClr val="E97C8E"/>
      </a:accent2>
      <a:accent3>
        <a:srgbClr val="CCCCCC"/>
      </a:accent3>
      <a:accent4>
        <a:srgbClr val="63CCCA"/>
      </a:accent4>
      <a:accent5>
        <a:srgbClr val="625F63"/>
      </a:accent5>
      <a:accent6>
        <a:srgbClr val="7E2E84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